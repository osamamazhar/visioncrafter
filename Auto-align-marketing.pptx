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4"/>
  </p:notesMasterIdLst>
  <p:sldIdLst>
    <p:sldId id="256" r:id="rId2"/>
    <p:sldId id="257" r:id="rId3"/>
  </p:sldIdLst>
  <p:sldSz cx="3250723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33"/>
  </p:normalViewPr>
  <p:slideViewPr>
    <p:cSldViewPr snapToGrid="0">
      <p:cViewPr>
        <p:scale>
          <a:sx n="34" d="100"/>
          <a:sy n="34" d="100"/>
        </p:scale>
        <p:origin x="41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79D35-50A3-594A-ACE3-2661B70CE5A7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2297-AD7A-764A-9193-5F0243CE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3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1pPr>
    <a:lvl2pPr marL="1078169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2pPr>
    <a:lvl3pPr marL="2156338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3pPr>
    <a:lvl4pPr marL="3234507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4pPr>
    <a:lvl5pPr marL="4312676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5pPr>
    <a:lvl6pPr marL="5390845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6pPr>
    <a:lvl7pPr marL="6469014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7pPr>
    <a:lvl8pPr marL="7547183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8pPr>
    <a:lvl9pPr marL="8625352" algn="l" defTabSz="2156338" rtl="0" eaLnBrk="1" latinLnBrk="0" hangingPunct="1">
      <a:defRPr sz="28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82297-AD7A-764A-9193-5F0243CE9D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5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01FF-34A4-38AB-97DF-BBFC0CE9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DC3DF-A428-9F49-D694-5F18149DC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DD309-586D-2CA4-FF3F-4E07C2431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140E0-4063-492F-1F84-619DB5FAE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82297-AD7A-764A-9193-5F0243CE9D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4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3405" y="2992968"/>
            <a:ext cx="24380429" cy="6366933"/>
          </a:xfrm>
        </p:spPr>
        <p:txBody>
          <a:bodyPr anchor="b"/>
          <a:lstStyle>
            <a:lvl1pPr algn="ctr">
              <a:defRPr sz="1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63405" y="9605435"/>
            <a:ext cx="24380429" cy="4415365"/>
          </a:xfrm>
        </p:spPr>
        <p:txBody>
          <a:bodyPr/>
          <a:lstStyle>
            <a:lvl1pPr marL="0" indent="0" algn="ctr">
              <a:buNone/>
              <a:defRPr sz="6399"/>
            </a:lvl1pPr>
            <a:lvl2pPr marL="1219032" indent="0" algn="ctr">
              <a:buNone/>
              <a:defRPr sz="5333"/>
            </a:lvl2pPr>
            <a:lvl3pPr marL="2438065" indent="0" algn="ctr">
              <a:buNone/>
              <a:defRPr sz="4799"/>
            </a:lvl3pPr>
            <a:lvl4pPr marL="3657097" indent="0" algn="ctr">
              <a:buNone/>
              <a:defRPr sz="4266"/>
            </a:lvl4pPr>
            <a:lvl5pPr marL="4876129" indent="0" algn="ctr">
              <a:buNone/>
              <a:defRPr sz="4266"/>
            </a:lvl5pPr>
            <a:lvl6pPr marL="6095162" indent="0" algn="ctr">
              <a:buNone/>
              <a:defRPr sz="4266"/>
            </a:lvl6pPr>
            <a:lvl7pPr marL="7314194" indent="0" algn="ctr">
              <a:buNone/>
              <a:defRPr sz="4266"/>
            </a:lvl7pPr>
            <a:lvl8pPr marL="8533227" indent="0" algn="ctr">
              <a:buNone/>
              <a:defRPr sz="4266"/>
            </a:lvl8pPr>
            <a:lvl9pPr marL="9752259" indent="0" algn="ctr">
              <a:buNone/>
              <a:defRPr sz="426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83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7942" y="4559303"/>
            <a:ext cx="28037493" cy="7607299"/>
          </a:xfrm>
        </p:spPr>
        <p:txBody>
          <a:bodyPr anchor="b"/>
          <a:lstStyle>
            <a:lvl1pPr>
              <a:defRPr sz="159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7942" y="12238569"/>
            <a:ext cx="28037493" cy="4000499"/>
          </a:xfrm>
        </p:spPr>
        <p:txBody>
          <a:bodyPr/>
          <a:lstStyle>
            <a:lvl1pPr marL="0" indent="0">
              <a:buNone/>
              <a:defRPr sz="6399">
                <a:solidFill>
                  <a:schemeClr val="tx1">
                    <a:tint val="82000"/>
                  </a:schemeClr>
                </a:solidFill>
              </a:defRPr>
            </a:lvl1pPr>
            <a:lvl2pPr marL="1219032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065" indent="0">
              <a:buNone/>
              <a:defRPr sz="4799">
                <a:solidFill>
                  <a:schemeClr val="tx1">
                    <a:tint val="82000"/>
                  </a:schemeClr>
                </a:solidFill>
              </a:defRPr>
            </a:lvl3pPr>
            <a:lvl4pPr marL="3657097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4pPr>
            <a:lvl5pPr marL="4876129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5pPr>
            <a:lvl6pPr marL="6095162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6pPr>
            <a:lvl7pPr marL="7314194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7pPr>
            <a:lvl8pPr marL="8533227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8pPr>
            <a:lvl9pPr marL="9752259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141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34873" y="4868333"/>
            <a:ext cx="13815576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6789" y="4868333"/>
            <a:ext cx="13815576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7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107" y="973668"/>
            <a:ext cx="28037493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9108" y="4483101"/>
            <a:ext cx="13752084" cy="2197099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9032" indent="0">
              <a:buNone/>
              <a:defRPr sz="5333" b="1"/>
            </a:lvl2pPr>
            <a:lvl3pPr marL="2438065" indent="0">
              <a:buNone/>
              <a:defRPr sz="4799" b="1"/>
            </a:lvl3pPr>
            <a:lvl4pPr marL="3657097" indent="0">
              <a:buNone/>
              <a:defRPr sz="4266" b="1"/>
            </a:lvl4pPr>
            <a:lvl5pPr marL="4876129" indent="0">
              <a:buNone/>
              <a:defRPr sz="4266" b="1"/>
            </a:lvl5pPr>
            <a:lvl6pPr marL="6095162" indent="0">
              <a:buNone/>
              <a:defRPr sz="4266" b="1"/>
            </a:lvl6pPr>
            <a:lvl7pPr marL="7314194" indent="0">
              <a:buNone/>
              <a:defRPr sz="4266" b="1"/>
            </a:lvl7pPr>
            <a:lvl8pPr marL="8533227" indent="0">
              <a:buNone/>
              <a:defRPr sz="4266" b="1"/>
            </a:lvl8pPr>
            <a:lvl9pPr marL="9752259" indent="0">
              <a:buNone/>
              <a:defRPr sz="42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9108" y="6680200"/>
            <a:ext cx="13752084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56789" y="4483101"/>
            <a:ext cx="13819810" cy="2197099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9032" indent="0">
              <a:buNone/>
              <a:defRPr sz="5333" b="1"/>
            </a:lvl2pPr>
            <a:lvl3pPr marL="2438065" indent="0">
              <a:buNone/>
              <a:defRPr sz="4799" b="1"/>
            </a:lvl3pPr>
            <a:lvl4pPr marL="3657097" indent="0">
              <a:buNone/>
              <a:defRPr sz="4266" b="1"/>
            </a:lvl4pPr>
            <a:lvl5pPr marL="4876129" indent="0">
              <a:buNone/>
              <a:defRPr sz="4266" b="1"/>
            </a:lvl5pPr>
            <a:lvl6pPr marL="6095162" indent="0">
              <a:buNone/>
              <a:defRPr sz="4266" b="1"/>
            </a:lvl6pPr>
            <a:lvl7pPr marL="7314194" indent="0">
              <a:buNone/>
              <a:defRPr sz="4266" b="1"/>
            </a:lvl7pPr>
            <a:lvl8pPr marL="8533227" indent="0">
              <a:buNone/>
              <a:defRPr sz="4266" b="1"/>
            </a:lvl8pPr>
            <a:lvl9pPr marL="9752259" indent="0">
              <a:buNone/>
              <a:defRPr sz="42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6789" y="6680200"/>
            <a:ext cx="138198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3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4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0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108" y="1219200"/>
            <a:ext cx="10484429" cy="4267200"/>
          </a:xfrm>
        </p:spPr>
        <p:txBody>
          <a:bodyPr anchor="b"/>
          <a:lstStyle>
            <a:lvl1pPr>
              <a:defRPr sz="85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19810" y="2633135"/>
            <a:ext cx="16456789" cy="12996333"/>
          </a:xfrm>
        </p:spPr>
        <p:txBody>
          <a:bodyPr/>
          <a:lstStyle>
            <a:lvl1pPr>
              <a:defRPr sz="8532"/>
            </a:lvl1pPr>
            <a:lvl2pPr>
              <a:defRPr sz="7466"/>
            </a:lvl2pPr>
            <a:lvl3pPr>
              <a:defRPr sz="6399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108" y="5486400"/>
            <a:ext cx="10484429" cy="10164235"/>
          </a:xfrm>
        </p:spPr>
        <p:txBody>
          <a:bodyPr/>
          <a:lstStyle>
            <a:lvl1pPr marL="0" indent="0">
              <a:buNone/>
              <a:defRPr sz="4266"/>
            </a:lvl1pPr>
            <a:lvl2pPr marL="1219032" indent="0">
              <a:buNone/>
              <a:defRPr sz="3733"/>
            </a:lvl2pPr>
            <a:lvl3pPr marL="2438065" indent="0">
              <a:buNone/>
              <a:defRPr sz="3200"/>
            </a:lvl3pPr>
            <a:lvl4pPr marL="3657097" indent="0">
              <a:buNone/>
              <a:defRPr sz="2666"/>
            </a:lvl4pPr>
            <a:lvl5pPr marL="4876129" indent="0">
              <a:buNone/>
              <a:defRPr sz="2666"/>
            </a:lvl5pPr>
            <a:lvl6pPr marL="6095162" indent="0">
              <a:buNone/>
              <a:defRPr sz="2666"/>
            </a:lvl6pPr>
            <a:lvl7pPr marL="7314194" indent="0">
              <a:buNone/>
              <a:defRPr sz="2666"/>
            </a:lvl7pPr>
            <a:lvl8pPr marL="8533227" indent="0">
              <a:buNone/>
              <a:defRPr sz="2666"/>
            </a:lvl8pPr>
            <a:lvl9pPr marL="9752259" indent="0">
              <a:buNone/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84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108" y="1219200"/>
            <a:ext cx="10484429" cy="4267200"/>
          </a:xfrm>
        </p:spPr>
        <p:txBody>
          <a:bodyPr anchor="b"/>
          <a:lstStyle>
            <a:lvl1pPr>
              <a:defRPr sz="85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19810" y="2633135"/>
            <a:ext cx="16456789" cy="12996333"/>
          </a:xfrm>
        </p:spPr>
        <p:txBody>
          <a:bodyPr anchor="t"/>
          <a:lstStyle>
            <a:lvl1pPr marL="0" indent="0">
              <a:buNone/>
              <a:defRPr sz="8532"/>
            </a:lvl1pPr>
            <a:lvl2pPr marL="1219032" indent="0">
              <a:buNone/>
              <a:defRPr sz="7466"/>
            </a:lvl2pPr>
            <a:lvl3pPr marL="2438065" indent="0">
              <a:buNone/>
              <a:defRPr sz="6399"/>
            </a:lvl3pPr>
            <a:lvl4pPr marL="3657097" indent="0">
              <a:buNone/>
              <a:defRPr sz="5333"/>
            </a:lvl4pPr>
            <a:lvl5pPr marL="4876129" indent="0">
              <a:buNone/>
              <a:defRPr sz="5333"/>
            </a:lvl5pPr>
            <a:lvl6pPr marL="6095162" indent="0">
              <a:buNone/>
              <a:defRPr sz="5333"/>
            </a:lvl6pPr>
            <a:lvl7pPr marL="7314194" indent="0">
              <a:buNone/>
              <a:defRPr sz="5333"/>
            </a:lvl7pPr>
            <a:lvl8pPr marL="8533227" indent="0">
              <a:buNone/>
              <a:defRPr sz="5333"/>
            </a:lvl8pPr>
            <a:lvl9pPr marL="9752259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108" y="5486400"/>
            <a:ext cx="10484429" cy="10164235"/>
          </a:xfrm>
        </p:spPr>
        <p:txBody>
          <a:bodyPr/>
          <a:lstStyle>
            <a:lvl1pPr marL="0" indent="0">
              <a:buNone/>
              <a:defRPr sz="4266"/>
            </a:lvl1pPr>
            <a:lvl2pPr marL="1219032" indent="0">
              <a:buNone/>
              <a:defRPr sz="3733"/>
            </a:lvl2pPr>
            <a:lvl3pPr marL="2438065" indent="0">
              <a:buNone/>
              <a:defRPr sz="3200"/>
            </a:lvl3pPr>
            <a:lvl4pPr marL="3657097" indent="0">
              <a:buNone/>
              <a:defRPr sz="2666"/>
            </a:lvl4pPr>
            <a:lvl5pPr marL="4876129" indent="0">
              <a:buNone/>
              <a:defRPr sz="2666"/>
            </a:lvl5pPr>
            <a:lvl6pPr marL="6095162" indent="0">
              <a:buNone/>
              <a:defRPr sz="2666"/>
            </a:lvl6pPr>
            <a:lvl7pPr marL="7314194" indent="0">
              <a:buNone/>
              <a:defRPr sz="2666"/>
            </a:lvl7pPr>
            <a:lvl8pPr marL="8533227" indent="0">
              <a:buNone/>
              <a:defRPr sz="2666"/>
            </a:lvl8pPr>
            <a:lvl9pPr marL="9752259" indent="0">
              <a:buNone/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1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262992" y="973666"/>
            <a:ext cx="700937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4873" y="973666"/>
            <a:ext cx="20621779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31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4873" y="973668"/>
            <a:ext cx="28037493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4873" y="4868333"/>
            <a:ext cx="28037493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34872" y="16950268"/>
            <a:ext cx="7314129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44003-8C5A-B046-934D-BF6F53A9DFB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68023" y="16950268"/>
            <a:ext cx="1097119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958237" y="16950268"/>
            <a:ext cx="7314129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29C73-A39E-0341-A98C-A346414D8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065" rtl="0" eaLnBrk="1" latinLnBrk="0" hangingPunct="1">
        <a:lnSpc>
          <a:spcPct val="90000"/>
        </a:lnSpc>
        <a:spcBef>
          <a:spcPct val="0"/>
        </a:spcBef>
        <a:buNone/>
        <a:defRPr sz="1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516" indent="-609516" algn="l" defTabSz="2438065" rtl="0" eaLnBrk="1" latinLnBrk="0" hangingPunct="1">
        <a:lnSpc>
          <a:spcPct val="90000"/>
        </a:lnSpc>
        <a:spcBef>
          <a:spcPts val="2666"/>
        </a:spcBef>
        <a:buFont typeface="Arial" panose="020B0604020202020204" pitchFamily="34" charset="0"/>
        <a:buChar char="•"/>
        <a:defRPr sz="7466" kern="1200">
          <a:solidFill>
            <a:schemeClr val="tx1"/>
          </a:solidFill>
          <a:latin typeface="+mn-lt"/>
          <a:ea typeface="+mn-ea"/>
          <a:cs typeface="+mn-cs"/>
        </a:defRPr>
      </a:lvl1pPr>
      <a:lvl2pPr marL="1828549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399" kern="1200">
          <a:solidFill>
            <a:schemeClr val="tx1"/>
          </a:solidFill>
          <a:latin typeface="+mn-lt"/>
          <a:ea typeface="+mn-ea"/>
          <a:cs typeface="+mn-cs"/>
        </a:defRPr>
      </a:lvl2pPr>
      <a:lvl3pPr marL="3047581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6613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5485646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704678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923710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9142743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10361775" indent="-609516" algn="l" defTabSz="2438065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9032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8065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7097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6129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5162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4194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3227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2259" algn="l" defTabSz="2438065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66E9EE-E5A9-6A09-9845-B20160935295}"/>
              </a:ext>
            </a:extLst>
          </p:cNvPr>
          <p:cNvSpPr>
            <a:spLocks/>
          </p:cNvSpPr>
          <p:nvPr/>
        </p:nvSpPr>
        <p:spPr>
          <a:xfrm>
            <a:off x="0" y="0"/>
            <a:ext cx="32507238" cy="1828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Download_on_the_App_Store_Badge_US-UK_wht_092917.eps</a:t>
            </a: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C4587288-F607-DC8B-87DA-BAE5A0EC66B9}"/>
              </a:ext>
            </a:extLst>
          </p:cNvPr>
          <p:cNvGrpSpPr/>
          <p:nvPr/>
        </p:nvGrpSpPr>
        <p:grpSpPr>
          <a:xfrm>
            <a:off x="24992687" y="690239"/>
            <a:ext cx="6675120" cy="5943600"/>
            <a:chOff x="25425331" y="747513"/>
            <a:chExt cx="6400800" cy="5943600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3FB9194A-5C72-7B93-BDE6-516F4AE5E7B4}"/>
                </a:ext>
              </a:extLst>
            </p:cNvPr>
            <p:cNvSpPr/>
            <p:nvPr/>
          </p:nvSpPr>
          <p:spPr>
            <a:xfrm>
              <a:off x="25425331" y="747513"/>
              <a:ext cx="6400800" cy="5943600"/>
            </a:xfrm>
            <a:prstGeom prst="roundRect">
              <a:avLst>
                <a:gd name="adj" fmla="val 10716"/>
              </a:avLst>
            </a:prstGeom>
            <a:solidFill>
              <a:schemeClr val="tx1">
                <a:lumMod val="75000"/>
                <a:lumOff val="25000"/>
              </a:schemeClr>
            </a:solidFill>
            <a:effectLst>
              <a:glow rad="3810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F4CA2F-303D-BD7E-0055-A73F901A0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05383" y="1019616"/>
              <a:ext cx="4324814" cy="432481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810672-4EA7-D0E5-DF96-FCA2BD724712}"/>
                </a:ext>
              </a:extLst>
            </p:cNvPr>
            <p:cNvSpPr txBox="1"/>
            <p:nvPr/>
          </p:nvSpPr>
          <p:spPr>
            <a:xfrm>
              <a:off x="26716177" y="5530541"/>
              <a:ext cx="408066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chemeClr val="bg1"/>
                  </a:solidFill>
                </a:rPr>
                <a:t>Auto Align</a:t>
              </a:r>
            </a:p>
          </p:txBody>
        </p:sp>
      </p:grp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E11EC972-FB2D-D211-06C1-C5E165F94558}"/>
              </a:ext>
            </a:extLst>
          </p:cNvPr>
          <p:cNvSpPr/>
          <p:nvPr/>
        </p:nvSpPr>
        <p:spPr>
          <a:xfrm>
            <a:off x="840712" y="690239"/>
            <a:ext cx="6977843" cy="13359012"/>
          </a:xfrm>
          <a:prstGeom prst="roundRect">
            <a:avLst>
              <a:gd name="adj" fmla="val 10716"/>
            </a:avLst>
          </a:prstGeom>
          <a:solidFill>
            <a:schemeClr val="tx1">
              <a:lumMod val="75000"/>
              <a:lumOff val="25000"/>
            </a:schemeClr>
          </a:solidFill>
          <a:effectLst>
            <a:glow rad="3810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2" name="Picture 61" descr="A cellphone with a building in the background&#10;&#10;AI-generated content may be incorrect.">
            <a:extLst>
              <a:ext uri="{FF2B5EF4-FFF2-40B4-BE49-F238E27FC236}">
                <a16:creationId xmlns:a16="http://schemas.microsoft.com/office/drawing/2014/main" id="{522687DB-4ECD-08E5-A0D6-7A6DDB23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78" y="1366541"/>
            <a:ext cx="6549633" cy="12929234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93FE04C-4BD6-F601-BFC8-FA3181C29FDD}"/>
              </a:ext>
            </a:extLst>
          </p:cNvPr>
          <p:cNvSpPr txBox="1"/>
          <p:nvPr/>
        </p:nvSpPr>
        <p:spPr>
          <a:xfrm>
            <a:off x="1351735" y="12263852"/>
            <a:ext cx="5835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Intuitive Modern UI for both iPhone and iPad</a:t>
            </a: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151766C-6E28-DD14-2470-41BDA2409BFB}"/>
              </a:ext>
            </a:extLst>
          </p:cNvPr>
          <p:cNvGrpSpPr/>
          <p:nvPr/>
        </p:nvGrpSpPr>
        <p:grpSpPr>
          <a:xfrm>
            <a:off x="24992687" y="12570679"/>
            <a:ext cx="8405317" cy="4813222"/>
            <a:chOff x="25373687" y="13162414"/>
            <a:chExt cx="8405317" cy="4813222"/>
          </a:xfrm>
        </p:grpSpPr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AB1D8559-6D7D-9E0D-4FA7-BA6D5244E006}"/>
                </a:ext>
              </a:extLst>
            </p:cNvPr>
            <p:cNvSpPr/>
            <p:nvPr/>
          </p:nvSpPr>
          <p:spPr>
            <a:xfrm>
              <a:off x="25373687" y="13162414"/>
              <a:ext cx="6675120" cy="4813222"/>
            </a:xfrm>
            <a:prstGeom prst="roundRect">
              <a:avLst>
                <a:gd name="adj" fmla="val 10716"/>
              </a:avLst>
            </a:prstGeom>
            <a:solidFill>
              <a:schemeClr val="tx1">
                <a:lumMod val="75000"/>
                <a:lumOff val="25000"/>
              </a:schemeClr>
            </a:solidFill>
            <a:effectLst>
              <a:glow rad="3810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ADFE0BB-DB0E-1627-82E2-2DC22E20B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499122" y="13532279"/>
              <a:ext cx="2150738" cy="2123513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CF4A381-7580-EADF-22F5-5B5F8F69B872}"/>
                </a:ext>
              </a:extLst>
            </p:cNvPr>
            <p:cNvSpPr txBox="1"/>
            <p:nvPr/>
          </p:nvSpPr>
          <p:spPr>
            <a:xfrm>
              <a:off x="25489557" y="15941981"/>
              <a:ext cx="657326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Works directly within Photos App for quick edits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19C649E-6433-D65C-C879-A2D5A16B0E4C}"/>
                </a:ext>
              </a:extLst>
            </p:cNvPr>
            <p:cNvSpPr txBox="1"/>
            <p:nvPr/>
          </p:nvSpPr>
          <p:spPr>
            <a:xfrm>
              <a:off x="27766069" y="13578862"/>
              <a:ext cx="601293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bg1"/>
                  </a:solidFill>
                </a:rPr>
                <a:t>Seamless Integration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9BD7917-C955-595E-EB25-89F3B9181FD6}"/>
              </a:ext>
            </a:extLst>
          </p:cNvPr>
          <p:cNvGrpSpPr/>
          <p:nvPr/>
        </p:nvGrpSpPr>
        <p:grpSpPr>
          <a:xfrm>
            <a:off x="24992687" y="7340515"/>
            <a:ext cx="6675120" cy="4548462"/>
            <a:chOff x="25443112" y="7927855"/>
            <a:chExt cx="6903414" cy="4548462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59C81F07-9EC4-4BD3-DBB6-C598681A525C}"/>
                </a:ext>
              </a:extLst>
            </p:cNvPr>
            <p:cNvSpPr/>
            <p:nvPr/>
          </p:nvSpPr>
          <p:spPr>
            <a:xfrm>
              <a:off x="25443112" y="7927855"/>
              <a:ext cx="6903414" cy="4548462"/>
            </a:xfrm>
            <a:prstGeom prst="roundRect">
              <a:avLst>
                <a:gd name="adj" fmla="val 10716"/>
              </a:avLst>
            </a:prstGeom>
            <a:solidFill>
              <a:schemeClr val="tx1">
                <a:lumMod val="75000"/>
                <a:lumOff val="25000"/>
              </a:schemeClr>
            </a:solidFill>
            <a:effectLst>
              <a:glow rad="381000">
                <a:schemeClr val="bg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5A516FC-CFD9-8372-7DFA-6CFE589A44DF}"/>
                </a:ext>
              </a:extLst>
            </p:cNvPr>
            <p:cNvSpPr txBox="1"/>
            <p:nvPr/>
          </p:nvSpPr>
          <p:spPr>
            <a:xfrm>
              <a:off x="25858404" y="10157369"/>
              <a:ext cx="5789483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chemeClr val="bg1"/>
                  </a:solidFill>
                </a:rPr>
                <a:t>Automatically detect urban structure for alignment</a:t>
              </a:r>
            </a:p>
          </p:txBody>
        </p:sp>
        <p:pic>
          <p:nvPicPr>
            <p:cNvPr id="74" name="Picture 73" descr="A white building with columns&#10;&#10;AI-generated content may be incorrect.">
              <a:extLst>
                <a:ext uri="{FF2B5EF4-FFF2-40B4-BE49-F238E27FC236}">
                  <a16:creationId xmlns:a16="http://schemas.microsoft.com/office/drawing/2014/main" id="{78CC722A-C0C1-2A18-721C-0CE9F12B3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26583" y="8298111"/>
              <a:ext cx="1634665" cy="157306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E4F39BB-85A2-4DD3-031B-61977E2C7653}"/>
                </a:ext>
              </a:extLst>
            </p:cNvPr>
            <p:cNvSpPr txBox="1"/>
            <p:nvPr/>
          </p:nvSpPr>
          <p:spPr>
            <a:xfrm>
              <a:off x="27539435" y="8178832"/>
              <a:ext cx="452338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chemeClr val="bg1"/>
                  </a:solidFill>
                </a:rPr>
                <a:t>Detect Urban Structures</a:t>
              </a:r>
            </a:p>
          </p:txBody>
        </p:sp>
      </p:grpSp>
      <p:pic>
        <p:nvPicPr>
          <p:cNvPr id="88" name="Graphic 87">
            <a:extLst>
              <a:ext uri="{FF2B5EF4-FFF2-40B4-BE49-F238E27FC236}">
                <a16:creationId xmlns:a16="http://schemas.microsoft.com/office/drawing/2014/main" id="{0351ABCE-4DE3-35A5-F5A1-101D3847BA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118" y="14813968"/>
            <a:ext cx="4991014" cy="1663672"/>
          </a:xfrm>
          <a:prstGeom prst="rect">
            <a:avLst/>
          </a:prstGeom>
        </p:spPr>
      </p:pic>
      <p:pic>
        <p:nvPicPr>
          <p:cNvPr id="93" name="Picture 9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404186B-7719-3B5B-840E-CEF6B3F542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4390" y="14746626"/>
            <a:ext cx="1731014" cy="173101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085F09C-3DD6-1B8B-F761-FC43A2CA19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154" y="12887420"/>
            <a:ext cx="2296998" cy="197128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A5CBF903-2E23-8006-656F-3DB938B870BA}"/>
              </a:ext>
            </a:extLst>
          </p:cNvPr>
          <p:cNvSpPr txBox="1"/>
          <p:nvPr/>
        </p:nvSpPr>
        <p:spPr>
          <a:xfrm>
            <a:off x="2362443" y="16736488"/>
            <a:ext cx="4028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www.orbitaar.com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5695F85-B718-C662-F4AA-B9AF2D093087}"/>
              </a:ext>
            </a:extLst>
          </p:cNvPr>
          <p:cNvSpPr txBox="1"/>
          <p:nvPr/>
        </p:nvSpPr>
        <p:spPr>
          <a:xfrm>
            <a:off x="1821143" y="962342"/>
            <a:ext cx="554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Modern Sleek UI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263F080-C73C-395E-2DCE-8A5E2AA8CDE1}"/>
              </a:ext>
            </a:extLst>
          </p:cNvPr>
          <p:cNvCxnSpPr>
            <a:cxnSpLocks/>
          </p:cNvCxnSpPr>
          <p:nvPr/>
        </p:nvCxnSpPr>
        <p:spPr>
          <a:xfrm flipH="1">
            <a:off x="13312577" y="7774496"/>
            <a:ext cx="267602" cy="2408645"/>
          </a:xfrm>
          <a:prstGeom prst="line">
            <a:avLst/>
          </a:prstGeom>
          <a:ln w="50800">
            <a:solidFill>
              <a:srgbClr val="FF0000">
                <a:alpha val="8807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AC35AD4-3F24-0914-D36E-B1FFC76E161E}"/>
              </a:ext>
            </a:extLst>
          </p:cNvPr>
          <p:cNvGrpSpPr/>
          <p:nvPr/>
        </p:nvGrpSpPr>
        <p:grpSpPr>
          <a:xfrm>
            <a:off x="8884522" y="690239"/>
            <a:ext cx="15247960" cy="16693662"/>
            <a:chOff x="10008243" y="714942"/>
            <a:chExt cx="12654218" cy="13543399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E979AE6-A1BF-FB3C-C6DF-5DB6DD561CA9}"/>
                </a:ext>
              </a:extLst>
            </p:cNvPr>
            <p:cNvGrpSpPr/>
            <p:nvPr/>
          </p:nvGrpSpPr>
          <p:grpSpPr>
            <a:xfrm>
              <a:off x="10008243" y="714942"/>
              <a:ext cx="12654218" cy="13543399"/>
              <a:chOff x="6960043" y="257937"/>
              <a:chExt cx="12805824" cy="13747367"/>
            </a:xfrm>
          </p:grpSpPr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4AF287AF-952F-3DEA-66F8-3401EDE8F27D}"/>
                  </a:ext>
                </a:extLst>
              </p:cNvPr>
              <p:cNvSpPr/>
              <p:nvPr/>
            </p:nvSpPr>
            <p:spPr>
              <a:xfrm>
                <a:off x="6960043" y="257937"/>
                <a:ext cx="12805824" cy="13747367"/>
              </a:xfrm>
              <a:prstGeom prst="roundRect">
                <a:avLst>
                  <a:gd name="adj" fmla="val 5957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effectLst>
                <a:glow rad="381000">
                  <a:schemeClr val="bg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D7CF3B-B92B-8ECA-102E-4E0A4FF32245}"/>
                  </a:ext>
                </a:extLst>
              </p:cNvPr>
              <p:cNvSpPr txBox="1"/>
              <p:nvPr/>
            </p:nvSpPr>
            <p:spPr>
              <a:xfrm>
                <a:off x="7371393" y="648210"/>
                <a:ext cx="11953740" cy="2509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b="1" dirty="0">
                    <a:solidFill>
                      <a:schemeClr val="bg1"/>
                    </a:solidFill>
                  </a:rPr>
                  <a:t>Automatically Straighten Tilted Urban Photos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6615767-E4B8-41DC-6055-971BECF816FE}"/>
                  </a:ext>
                </a:extLst>
              </p:cNvPr>
              <p:cNvGrpSpPr/>
              <p:nvPr/>
            </p:nvGrpSpPr>
            <p:grpSpPr>
              <a:xfrm>
                <a:off x="7557516" y="5029793"/>
                <a:ext cx="11352893" cy="8354991"/>
                <a:chOff x="7673898" y="6923546"/>
                <a:chExt cx="11352893" cy="8354991"/>
              </a:xfrm>
            </p:grpSpPr>
            <p:pic>
              <p:nvPicPr>
                <p:cNvPr id="13" name="Picture 12" descr="A group of tall buildings&#10;&#10;AI-generated content may be incorrect.">
                  <a:extLst>
                    <a:ext uri="{FF2B5EF4-FFF2-40B4-BE49-F238E27FC236}">
                      <a16:creationId xmlns:a16="http://schemas.microsoft.com/office/drawing/2014/main" id="{3CFAF1EF-DB24-B4FE-8B81-021511E617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 rot="5400000">
                  <a:off x="6634023" y="7983555"/>
                  <a:ext cx="8319000" cy="6239250"/>
                </a:xfrm>
                <a:prstGeom prst="rect">
                  <a:avLst/>
                </a:prstGeom>
                <a:ln w="63500">
                  <a:solidFill>
                    <a:schemeClr val="bg2"/>
                  </a:solidFill>
                </a:ln>
              </p:spPr>
            </p:pic>
            <p:pic>
              <p:nvPicPr>
                <p:cNvPr id="15" name="Picture 14" descr="A tall buildings in a city&#10;&#10;AI-generated content may be incorrect.">
                  <a:extLst>
                    <a:ext uri="{FF2B5EF4-FFF2-40B4-BE49-F238E27FC236}">
                      <a16:creationId xmlns:a16="http://schemas.microsoft.com/office/drawing/2014/main" id="{2062AD98-CF9D-42CF-91D8-BDD1470F2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061333" y="6943682"/>
                  <a:ext cx="4965458" cy="8318999"/>
                </a:xfrm>
                <a:prstGeom prst="rect">
                  <a:avLst/>
                </a:prstGeom>
                <a:ln w="63500">
                  <a:solidFill>
                    <a:schemeClr val="bg2"/>
                  </a:solidFill>
                </a:ln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p:spPr>
            </p:pic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E254D209-884A-0190-8FE8-6B4748ECD3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201509" y="6944392"/>
                  <a:ext cx="0" cy="7511607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FDE520D6-ED65-241C-814F-497D088365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012249" y="6957370"/>
                  <a:ext cx="0" cy="7511607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5851B97-D909-8B8B-D927-B71AC23788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45566" y="6943135"/>
                  <a:ext cx="648491" cy="8319545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D745D60-6547-72BE-F86C-08BE3EBEE6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815222" y="6927823"/>
                  <a:ext cx="1085042" cy="8330579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0D41C80-0E88-C212-6785-0ECBB16F52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284120" y="6944392"/>
                  <a:ext cx="0" cy="7511607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25761610-5895-683D-DD85-51DF3E5809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320977" y="6956113"/>
                  <a:ext cx="586670" cy="8306566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C15707C-4D9C-B6F7-9481-F0E89DBF3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42194" y="6956113"/>
                  <a:ext cx="0" cy="7511607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5F014804-B06F-6ED0-5F3F-9392FE0931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530533" y="6974850"/>
                  <a:ext cx="934113" cy="8287830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9C1C816-4F4E-288D-7985-7F1E37D81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335518" y="6943679"/>
                  <a:ext cx="0" cy="7511607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C39BA82-879E-8FE1-7B4B-0924EAF597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48278" y="6923546"/>
                  <a:ext cx="1477460" cy="8354991"/>
                </a:xfrm>
                <a:prstGeom prst="line">
                  <a:avLst/>
                </a:prstGeom>
                <a:ln w="25400">
                  <a:solidFill>
                    <a:schemeClr val="tx1">
                      <a:alpha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79234AB9-413E-1137-D1A8-4E20E3BA2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19845" y="7829625"/>
                  <a:ext cx="121567" cy="1801105"/>
                </a:xfrm>
                <a:prstGeom prst="line">
                  <a:avLst/>
                </a:prstGeom>
                <a:ln w="50800">
                  <a:solidFill>
                    <a:srgbClr val="FF0000">
                      <a:alpha val="8807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9FFEAA46-135B-C5BB-1EE5-A3A90A942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42597" y="10752363"/>
                  <a:ext cx="193348" cy="1561385"/>
                </a:xfrm>
                <a:prstGeom prst="line">
                  <a:avLst/>
                </a:prstGeom>
                <a:ln w="50800">
                  <a:solidFill>
                    <a:srgbClr val="FF0000">
                      <a:alpha val="8807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E783A54-7724-8230-142F-8AA95A382B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491692" y="11423813"/>
                  <a:ext cx="148070" cy="804865"/>
                </a:xfrm>
                <a:prstGeom prst="line">
                  <a:avLst/>
                </a:prstGeom>
                <a:ln w="50800">
                  <a:solidFill>
                    <a:srgbClr val="FF0000">
                      <a:alpha val="8807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5D37932-3F30-B012-EBEF-A4AECEEF0C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212163" y="8229419"/>
                  <a:ext cx="502169" cy="4084329"/>
                </a:xfrm>
                <a:prstGeom prst="line">
                  <a:avLst/>
                </a:prstGeom>
                <a:ln w="50800">
                  <a:solidFill>
                    <a:srgbClr val="FF0000">
                      <a:alpha val="88070"/>
                    </a:srgb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4E4C851-5A0D-F43B-A0E8-6A77E00CEDBE}"/>
                  </a:ext>
                </a:extLst>
              </p:cNvPr>
              <p:cNvSpPr txBox="1"/>
              <p:nvPr/>
            </p:nvSpPr>
            <p:spPr>
              <a:xfrm>
                <a:off x="7754738" y="3161708"/>
                <a:ext cx="11478197" cy="144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400" dirty="0">
                    <a:solidFill>
                      <a:schemeClr val="bg1"/>
                    </a:solidFill>
                  </a:rPr>
                  <a:t>Instantly corrects perspective distortion for images of buildings and urban scenes</a:t>
                </a:r>
              </a:p>
            </p:txBody>
          </p:sp>
        </p:grp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6C90901-5BF1-B7DC-EA9B-5333D5B3144B}"/>
                </a:ext>
              </a:extLst>
            </p:cNvPr>
            <p:cNvCxnSpPr>
              <a:cxnSpLocks/>
            </p:cNvCxnSpPr>
            <p:nvPr/>
          </p:nvCxnSpPr>
          <p:spPr>
            <a:xfrm>
              <a:off x="17185882" y="10853275"/>
              <a:ext cx="26360" cy="714502"/>
            </a:xfrm>
            <a:prstGeom prst="line">
              <a:avLst/>
            </a:prstGeom>
            <a:ln w="50800">
              <a:solidFill>
                <a:schemeClr val="accent3">
                  <a:alpha val="8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85EDBFE-3AA2-F567-0D23-94767112180C}"/>
                </a:ext>
              </a:extLst>
            </p:cNvPr>
            <p:cNvCxnSpPr>
              <a:cxnSpLocks/>
            </p:cNvCxnSpPr>
            <p:nvPr/>
          </p:nvCxnSpPr>
          <p:spPr>
            <a:xfrm>
              <a:off x="17849294" y="7411710"/>
              <a:ext cx="0" cy="4156067"/>
            </a:xfrm>
            <a:prstGeom prst="line">
              <a:avLst/>
            </a:prstGeom>
            <a:ln w="50800">
              <a:solidFill>
                <a:schemeClr val="accent3">
                  <a:alpha val="8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AA7BC64-3EAD-8863-7449-53716D99D73E}"/>
                </a:ext>
              </a:extLst>
            </p:cNvPr>
            <p:cNvCxnSpPr>
              <a:cxnSpLocks/>
            </p:cNvCxnSpPr>
            <p:nvPr/>
          </p:nvCxnSpPr>
          <p:spPr>
            <a:xfrm>
              <a:off x="19106930" y="8670502"/>
              <a:ext cx="0" cy="2351203"/>
            </a:xfrm>
            <a:prstGeom prst="line">
              <a:avLst/>
            </a:prstGeom>
            <a:ln w="50800">
              <a:solidFill>
                <a:schemeClr val="accent3">
                  <a:alpha val="8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528BF4C-2472-21EA-6F37-1B3BF706F3D1}"/>
                </a:ext>
              </a:extLst>
            </p:cNvPr>
            <p:cNvCxnSpPr>
              <a:cxnSpLocks/>
            </p:cNvCxnSpPr>
            <p:nvPr/>
          </p:nvCxnSpPr>
          <p:spPr>
            <a:xfrm>
              <a:off x="21001619" y="6792437"/>
              <a:ext cx="0" cy="2026969"/>
            </a:xfrm>
            <a:prstGeom prst="line">
              <a:avLst/>
            </a:prstGeom>
            <a:ln w="50800">
              <a:solidFill>
                <a:schemeClr val="accent3">
                  <a:alpha val="8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22414A9-D77D-BC7E-830B-FF068DACC4E1}"/>
                </a:ext>
              </a:extLst>
            </p:cNvPr>
            <p:cNvCxnSpPr>
              <a:cxnSpLocks/>
            </p:cNvCxnSpPr>
            <p:nvPr/>
          </p:nvCxnSpPr>
          <p:spPr>
            <a:xfrm>
              <a:off x="21423609" y="10245958"/>
              <a:ext cx="0" cy="1483202"/>
            </a:xfrm>
            <a:prstGeom prst="line">
              <a:avLst/>
            </a:prstGeom>
            <a:ln w="50800">
              <a:solidFill>
                <a:schemeClr val="accent3">
                  <a:alpha val="88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4B58899-8CBA-59DA-728D-BEA58E5A6A0C}"/>
              </a:ext>
            </a:extLst>
          </p:cNvPr>
          <p:cNvCxnSpPr>
            <a:cxnSpLocks/>
          </p:cNvCxnSpPr>
          <p:nvPr/>
        </p:nvCxnSpPr>
        <p:spPr>
          <a:xfrm flipH="1">
            <a:off x="13023264" y="9321337"/>
            <a:ext cx="223593" cy="3367212"/>
          </a:xfrm>
          <a:prstGeom prst="line">
            <a:avLst/>
          </a:prstGeom>
          <a:ln w="50800">
            <a:solidFill>
              <a:srgbClr val="FF0000">
                <a:alpha val="8807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40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564C-5485-BF8A-22DD-4B862138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317E83-B04E-DAE5-13E3-5DA3C780274F}"/>
              </a:ext>
            </a:extLst>
          </p:cNvPr>
          <p:cNvSpPr>
            <a:spLocks/>
          </p:cNvSpPr>
          <p:nvPr/>
        </p:nvSpPr>
        <p:spPr>
          <a:xfrm>
            <a:off x="0" y="0"/>
            <a:ext cx="32507238" cy="1828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55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1676</TotalTime>
  <Words>74</Words>
  <Application>Microsoft Macintosh PowerPoint</Application>
  <PresentationFormat>Custom</PresentationFormat>
  <Paragraphs>13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Osama Mazhar</dc:creator>
  <cp:lastModifiedBy>Osama Mazhar</cp:lastModifiedBy>
  <cp:revision>10</cp:revision>
  <dcterms:created xsi:type="dcterms:W3CDTF">2025-09-28T10:27:33Z</dcterms:created>
  <dcterms:modified xsi:type="dcterms:W3CDTF">2025-09-29T14:24:11Z</dcterms:modified>
</cp:coreProperties>
</file>